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421" r:id="rId6"/>
    <p:sldId id="279" r:id="rId7"/>
    <p:sldId id="419" r:id="rId8"/>
  </p:sldIdLst>
  <p:sldSz cx="12192000" cy="6858000"/>
  <p:notesSz cx="6735763" cy="98663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53E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8020BC-0284-4A3E-BE47-A487C4D153ED}" v="122" dt="2024-03-10T18:43:34.262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6532" autoAdjust="0"/>
  </p:normalViewPr>
  <p:slideViewPr>
    <p:cSldViewPr snapToGrid="0">
      <p:cViewPr varScale="1">
        <p:scale>
          <a:sx n="104" d="100"/>
          <a:sy n="104" d="100"/>
        </p:scale>
        <p:origin x="13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0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5D4470F-C30E-4679-B30B-A2E01842F2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C3FBC6B-BDCD-479D-A695-EB9F31EFEA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99B4E-3A8F-4E57-AF58-A7C181BF309F}" type="datetimeFigureOut">
              <a:rPr lang="pt-BR" smtClean="0"/>
              <a:t>24/03/2024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F38653-93BB-4872-BF58-FF8386B99A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86DB9D-DF3C-4E4A-A425-F8D195A288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82DDB-A604-4AD4-AB0C-74A563210187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1639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315F0-16E5-4858-A616-ABB67EB84479}" type="datetimeFigureOut">
              <a:rPr lang="pt-BR" smtClean="0"/>
              <a:t>24/03/2024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2416E-62BD-44D8-9770-73FA6490F550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054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gradFill flip="none" rotWithShape="1">
          <a:gsLst>
            <a:gs pos="100000">
              <a:schemeClr val="accent1">
                <a:lumMod val="75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B0A4E-9478-4F99-9441-12676BE27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0A79D7-F345-4E7B-9075-97FD2ED09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ED94D0-6600-442E-8019-8C686339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5F58-95D6-4E80-920F-9304F98CAA75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07E662-8015-4520-93F8-3F61B09C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 sz="1000" dirty="0"/>
              <a:t>Prof. Jones Egydio</a:t>
            </a:r>
          </a:p>
          <a:p>
            <a:r>
              <a:rPr lang="pt-BR" sz="800" dirty="0"/>
              <a:t>Jones.Egydio@maua.br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D148D8-F372-4CE2-9BC1-BDD39234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26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9155B-2423-4164-B68B-CD64CAEC5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7CABF6-B598-4127-9D21-F4F472454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9F6538-1E6E-47E3-8E95-CA02EA11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6B35-0859-4884-AA16-212EA731F977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7B6FF0-0AEA-4E3C-AD15-8B8EBF3D2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8DE822-64B4-4CE9-BC85-932F9EB2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189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82E1A-3F9D-4D2D-A4D4-4DAD4543A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D8667F-A861-456F-A1FC-FEDA5989D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ACEFC1-657E-4276-B8E8-2D0B8A97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CF24-506D-4586-8BEB-262A8538FA72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80ADA-F392-410D-B6CA-1367513B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FB20CF-6438-4B16-9679-200B54E9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199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42280-DC37-422A-9C05-97745D13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F23349-7666-49E9-B8AD-CAEA8876E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00E82E-D8CF-4937-BA0B-9EADBD368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CD8604-BD54-4492-AC36-62B97B60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B43B-8A94-4810-A66C-9610439C9AA2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A0BAA6-60D0-48B6-A98D-810A160DC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11651D-C31F-4F50-8A6C-EAD814C8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36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F30BF-9499-4318-B3CC-B6E9145C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3BB1FD-6C68-43CD-ACCF-B60BFE329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8F1E49-5C8E-46F9-8BE0-FEFE068D2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B73B0B-CD80-48C3-AF2B-8C7D40E46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F706B3D-E47D-4AF1-A593-02B966A72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91753A-A4BF-41C1-AA72-7C2E2D5F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BE33-127D-487B-B155-1BAC4343AB9A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522B8B5-4E34-400F-A097-24CCDFCF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020421B-7F7D-4F67-825E-4AAAE0FA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0789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5AA40-A726-48AD-BF79-D6989B3C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098CB0-988A-4E91-8DFA-5636CBBC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8570-2685-4A89-8BB5-A38410E78AF7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7B1ABC-069F-4A03-8705-0AC67A1F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66F3D7E-6610-426F-B980-2B729AD3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331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B55866-E628-400D-A288-E1566E6A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E952-962A-4C6C-AE8C-C53E2072BFDC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655CF7-AB0C-4778-A910-FE5FA7B1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5FE73E-E61B-4E63-BD5C-A234C6C2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873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FD258-5C47-4ED6-BD7B-E1922BC7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305D36-350F-498D-AF99-83405CD70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ED8D98-D709-4EAC-88F9-3EE97AEC5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5B7795-AF2E-467A-82A2-952E342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E844-CEAD-4DEF-9CC9-C272659B8AD6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106C81-8406-43E1-B701-27FF5BA28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92576F-A2DC-46E7-ADBB-8F43247B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057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16663-7E0D-4063-AD7A-D25D91CF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819AB3-98F7-4C18-A1AB-9CA3F77D5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3086EC-3966-4D11-8CC5-3AF201F8B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0D82E7-7A6A-4BA1-930C-BA9D5CF4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51AA-A518-4867-A45E-D2859FE9468A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6A718C-D6C5-461A-AB9F-DD8A915C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2958B1-6AE1-42E6-958B-739DE370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4480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B10E6-1B88-47CA-8EB7-9DDFE0AF0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309447-277F-4633-8DCC-89EE30684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D11BB8-818B-45BF-8DFB-6164B8CA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81AB-DBD2-4A41-BBC9-B96A451BDCB2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210319-75D4-4AFD-8D57-8D023E26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F8FEEA-2E38-401B-8761-B8BCBA47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653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88418E-55F9-46B8-92DC-096CDBBB2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40503D-91DB-4B7A-A51F-1E740875C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6CFF66-7B94-437F-85C9-C61FC617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3A6D-0347-4B7E-A23A-A4BB69AF7116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BFEFCA-8758-4171-B32E-770E63E7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6494F6-F9F8-408D-9673-7E06F9E2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69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92000">
              <a:schemeClr val="tx2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B8D0260-35E9-4ED1-B654-514E13F1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2BC094-3924-4D1A-BAFC-F9BA1A036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3F62B7-371B-4019-B41E-153F905A5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127CC-1921-4FC9-B4B3-F0144CB50A33}" type="datetime1">
              <a:rPr lang="pt-BR" smtClean="0"/>
              <a:t>24/03/2024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42FEB5-A229-4377-8A15-CE3626040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CCDF72-BEE5-42F5-9FE3-617C24AD9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A511F-7348-4518-82EA-491B2E6EFED4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699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 descr="Conexões Digitais">
            <a:extLst>
              <a:ext uri="{FF2B5EF4-FFF2-40B4-BE49-F238E27FC236}">
                <a16:creationId xmlns:a16="http://schemas.microsoft.com/office/drawing/2014/main" id="{391ED85C-168A-4AEF-B9F1-2E8964C43F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49" t="9091" r="24372" b="-1"/>
          <a:stretch/>
        </p:blipFill>
        <p:spPr>
          <a:xfrm>
            <a:off x="3523485" y="10"/>
            <a:ext cx="8668512" cy="685799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8B3B83-7D3C-4231-8D90-9C379CF8A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8490529" cy="3204134"/>
          </a:xfrm>
        </p:spPr>
        <p:txBody>
          <a:bodyPr anchor="b">
            <a:normAutofit/>
          </a:bodyPr>
          <a:lstStyle/>
          <a:p>
            <a:pPr algn="l"/>
            <a:r>
              <a:rPr lang="pt-BR" sz="4000" b="1" dirty="0">
                <a:latin typeface="Arial monospaced for SAP" panose="020B0609020202030204"/>
                <a:ea typeface="UD Digi Kyokasho N-B" panose="020B0400000000000000" pitchFamily="18" charset="-128"/>
              </a:rPr>
              <a:t>FIAP</a:t>
            </a:r>
            <a:br>
              <a:rPr lang="pt-BR" sz="4000" dirty="0">
                <a:latin typeface="Arial monospaced for SAP" panose="020B0609020202030204"/>
                <a:ea typeface="UD Digi Kyokasho N-B" panose="020B0400000000000000" pitchFamily="18" charset="-128"/>
              </a:rPr>
            </a:br>
            <a:br>
              <a:rPr lang="pt-BR" sz="4000" dirty="0">
                <a:latin typeface="Arial monospaced for SAP" panose="020B0609020202030204"/>
                <a:ea typeface="UD Digi Kyokasho N-B" panose="020B0400000000000000" pitchFamily="18" charset="-128"/>
              </a:rPr>
            </a:br>
            <a:r>
              <a:rPr lang="pt-BR" sz="4000" dirty="0" err="1">
                <a:latin typeface="Arial monospaced for SAP" panose="020B0609020202030204"/>
                <a:ea typeface="UD Digi Kyokasho N-B" panose="020B0400000000000000" pitchFamily="18" charset="-128"/>
              </a:rPr>
              <a:t>Differentiated</a:t>
            </a:r>
            <a:r>
              <a:rPr lang="pt-BR" sz="4000" dirty="0">
                <a:latin typeface="Arial monospaced for SAP" panose="020B0609020202030204"/>
                <a:ea typeface="UD Digi Kyokasho N-B" panose="020B0400000000000000" pitchFamily="18" charset="-128"/>
              </a:rPr>
              <a:t> </a:t>
            </a:r>
            <a:r>
              <a:rPr lang="pt-BR" sz="4000" dirty="0" err="1">
                <a:latin typeface="Arial monospaced for SAP" panose="020B0609020202030204"/>
                <a:ea typeface="UD Digi Kyokasho N-B" panose="020B0400000000000000" pitchFamily="18" charset="-128"/>
              </a:rPr>
              <a:t>Problem</a:t>
            </a:r>
            <a:r>
              <a:rPr lang="pt-BR" sz="4000" dirty="0">
                <a:latin typeface="Arial monospaced for SAP" panose="020B0609020202030204"/>
                <a:ea typeface="UD Digi Kyokasho N-B" panose="020B0400000000000000" pitchFamily="18" charset="-128"/>
              </a:rPr>
              <a:t> </a:t>
            </a:r>
            <a:r>
              <a:rPr lang="pt-BR" sz="4000" dirty="0" err="1">
                <a:latin typeface="Arial monospaced for SAP" panose="020B0609020202030204"/>
                <a:ea typeface="UD Digi Kyokasho N-B" panose="020B0400000000000000" pitchFamily="18" charset="-128"/>
              </a:rPr>
              <a:t>Solving</a:t>
            </a:r>
            <a:br>
              <a:rPr lang="pt-BR" sz="4000" dirty="0">
                <a:latin typeface="Arial monospaced for SAP" panose="020B0609020202030204"/>
                <a:ea typeface="UD Digi Kyokasho N-B" panose="020B0400000000000000" pitchFamily="18" charset="-128"/>
              </a:rPr>
            </a:br>
            <a:br>
              <a:rPr lang="pt-BR" sz="4000" dirty="0">
                <a:latin typeface="Arial monospaced for SAP" panose="020B0609020202030204"/>
                <a:ea typeface="UD Digi Kyokasho N-B" panose="020B0400000000000000" pitchFamily="18" charset="-128"/>
              </a:rPr>
            </a:br>
            <a:r>
              <a:rPr lang="pt-BR" sz="1000" dirty="0">
                <a:latin typeface="Arial monospaced for SAP" panose="020B0609020202030204"/>
                <a:ea typeface="UD Digi Kyokasho N-B" panose="020B0400000000000000" pitchFamily="18" charset="-128"/>
              </a:rPr>
              <a:t> </a:t>
            </a:r>
            <a:br>
              <a:rPr lang="pt-BR" sz="3700" dirty="0">
                <a:latin typeface="Arial monospaced for SAP" panose="020B0609020202030204"/>
                <a:ea typeface="UD Digi Kyokasho N-B" panose="020B0400000000000000" pitchFamily="18" charset="-128"/>
              </a:rPr>
            </a:br>
            <a:r>
              <a:rPr lang="pt-BR" sz="3200" dirty="0">
                <a:latin typeface="Arial monospaced for SAP" panose="020B0609020202030204"/>
                <a:ea typeface="UD Digi Kyokasho N-B" panose="020B0400000000000000" pitchFamily="18" charset="-128"/>
              </a:rPr>
              <a:t>Aula Extra</a:t>
            </a:r>
            <a:endParaRPr lang="pt-BR" sz="3700" dirty="0">
              <a:latin typeface="Arial monospaced for SAP" panose="020B0609020202030204"/>
              <a:ea typeface="UD Digi Kyokasho N-B" panose="020B0400000000000000" pitchFamily="18" charset="-128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6B1491-92DD-4479-8E7F-AF7209733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862715"/>
          </a:xfrm>
        </p:spPr>
        <p:txBody>
          <a:bodyPr>
            <a:normAutofit/>
          </a:bodyPr>
          <a:lstStyle/>
          <a:p>
            <a:pPr algn="l"/>
            <a:r>
              <a:rPr lang="es-ES" sz="2000" b="1" dirty="0">
                <a:latin typeface="Arial monospaced for SAP" panose="020B0609020202030204" pitchFamily="49" charset="0"/>
              </a:rPr>
              <a:t>Prof. Jones Egydio</a:t>
            </a:r>
          </a:p>
          <a:p>
            <a:pPr algn="l"/>
            <a:r>
              <a:rPr lang="es-ES" sz="1400" b="1" dirty="0">
                <a:latin typeface="Arial monospaced for SAP" panose="020B0609020202030204" pitchFamily="49" charset="0"/>
              </a:rPr>
              <a:t>profjones.egydio@fiap.com.br</a:t>
            </a:r>
            <a:endParaRPr lang="pt-BR" sz="1400" b="1" dirty="0">
              <a:latin typeface="Arial monospaced for SAP" panose="020B0609020202030204" pitchFamily="49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D210C1C3-481C-4D13-8E2C-BAB249BBB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2591" y="6313279"/>
            <a:ext cx="2809017" cy="365125"/>
          </a:xfrm>
        </p:spPr>
        <p:txBody>
          <a:bodyPr>
            <a:normAutofit/>
          </a:bodyPr>
          <a:lstStyle>
            <a:lvl1pPr>
              <a:defRPr b="1"/>
            </a:lvl1pPr>
          </a:lstStyle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pt-BR" sz="1000" dirty="0">
                <a:solidFill>
                  <a:schemeClr val="tx1"/>
                </a:solidFill>
              </a:rPr>
              <a:t>Dezembro/2023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87CE233-8CDD-4D2D-BEB1-678D5E8714F2}"/>
              </a:ext>
            </a:extLst>
          </p:cNvPr>
          <p:cNvSpPr/>
          <p:nvPr/>
        </p:nvSpPr>
        <p:spPr>
          <a:xfrm>
            <a:off x="477980" y="625683"/>
            <a:ext cx="704088" cy="146305"/>
          </a:xfrm>
          <a:prstGeom prst="rect">
            <a:avLst/>
          </a:prstGeom>
          <a:solidFill>
            <a:srgbClr val="FF5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30" name="Picture 6" descr="Logo Parceiro">
            <a:extLst>
              <a:ext uri="{FF2B5EF4-FFF2-40B4-BE49-F238E27FC236}">
                <a16:creationId xmlns:a16="http://schemas.microsoft.com/office/drawing/2014/main" id="{CE79A440-755A-9D83-FF9B-61DC31BD3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363" y="333710"/>
            <a:ext cx="135324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354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Logo Parceiro">
            <a:extLst>
              <a:ext uri="{FF2B5EF4-FFF2-40B4-BE49-F238E27FC236}">
                <a16:creationId xmlns:a16="http://schemas.microsoft.com/office/drawing/2014/main" id="{065E4898-9174-B60C-BE06-39FD7B479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09" y="300607"/>
            <a:ext cx="1711046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5A3E45-55A2-D324-092B-F4D30A345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72" y="157530"/>
            <a:ext cx="10440000" cy="5502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E5BED5-DDB1-F1CB-9DBE-86331ADB6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72" y="5936783"/>
            <a:ext cx="10294637" cy="5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3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5000">
              <a:schemeClr val="bg1"/>
            </a:gs>
            <a:gs pos="99000">
              <a:schemeClr val="accent1">
                <a:lumMod val="45000"/>
                <a:lumOff val="55000"/>
              </a:schemeClr>
            </a:gs>
            <a:gs pos="6000">
              <a:srgbClr val="FDFDFD"/>
            </a:gs>
            <a:gs pos="77000">
              <a:schemeClr val="tx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021C-FA34-431B-9263-E37956DF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638143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b="1" dirty="0">
                <a:latin typeface="Arial monospaced for SAP" panose="020B0609020202030204" pitchFamily="49" charset="0"/>
              </a:rPr>
              <a:t>Referências bibliográficas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E1DD653-D0C4-47D1-B4B9-2BE76C870DE1}"/>
              </a:ext>
            </a:extLst>
          </p:cNvPr>
          <p:cNvSpPr/>
          <p:nvPr/>
        </p:nvSpPr>
        <p:spPr>
          <a:xfrm>
            <a:off x="111760" y="1689852"/>
            <a:ext cx="11602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monospaced for SAP" panose="020B0609020202030204" pitchFamily="49" charset="0"/>
                <a:cs typeface="Calibri" pitchFamily="34" charset="0"/>
              </a:rPr>
              <a:t>STEWART, J., </a:t>
            </a:r>
            <a:r>
              <a:rPr lang="pt-BR" dirty="0" err="1">
                <a:latin typeface="Arial monospaced for SAP" panose="020B0609020202030204" pitchFamily="49" charset="0"/>
                <a:cs typeface="Calibri" pitchFamily="34" charset="0"/>
              </a:rPr>
              <a:t>Calculus</a:t>
            </a:r>
            <a:r>
              <a:rPr lang="pt-BR" dirty="0">
                <a:latin typeface="Arial monospaced for SAP" panose="020B0609020202030204" pitchFamily="49" charset="0"/>
                <a:cs typeface="Calibri" pitchFamily="34" charset="0"/>
              </a:rPr>
              <a:t> 7E Early </a:t>
            </a:r>
            <a:r>
              <a:rPr lang="pt-BR" dirty="0" err="1">
                <a:latin typeface="Arial monospaced for SAP" panose="020B0609020202030204" pitchFamily="49" charset="0"/>
                <a:cs typeface="Calibri" pitchFamily="34" charset="0"/>
              </a:rPr>
              <a:t>Transcendentals</a:t>
            </a:r>
            <a:r>
              <a:rPr lang="pt-BR" dirty="0">
                <a:latin typeface="Arial monospaced for SAP" panose="020B0609020202030204" pitchFamily="49" charset="0"/>
                <a:cs typeface="Calibri" pitchFamily="34" charset="0"/>
              </a:rPr>
              <a:t>, CENGAGE Learning, NY, 2012.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Arial monospaced for SAP" panose="020B0609020202030204" pitchFamily="49" charset="0"/>
              <a:cs typeface="Calibri" pitchFamily="34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8BBE413C-C484-4274-B99A-E21DB40C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A511F-7348-4518-82EA-491B2E6EFED4}" type="slidenum">
              <a:rPr lang="pt-BR" smtClean="0"/>
              <a:t>3</a:t>
            </a:fld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4E55E26-AB5C-4BF7-916D-BE44F29C803B}"/>
              </a:ext>
            </a:extLst>
          </p:cNvPr>
          <p:cNvSpPr/>
          <p:nvPr/>
        </p:nvSpPr>
        <p:spPr>
          <a:xfrm>
            <a:off x="477980" y="625683"/>
            <a:ext cx="704088" cy="146305"/>
          </a:xfrm>
          <a:prstGeom prst="rect">
            <a:avLst/>
          </a:prstGeom>
          <a:solidFill>
            <a:srgbClr val="FF5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Picture 2" descr="FIAP – Onet Club">
            <a:extLst>
              <a:ext uri="{FF2B5EF4-FFF2-40B4-BE49-F238E27FC236}">
                <a16:creationId xmlns:a16="http://schemas.microsoft.com/office/drawing/2014/main" id="{4AF174FA-C792-70B2-AFF3-086862716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0" t="21083" r="15673" b="32405"/>
          <a:stretch/>
        </p:blipFill>
        <p:spPr bwMode="auto">
          <a:xfrm>
            <a:off x="10669800" y="207204"/>
            <a:ext cx="1368000" cy="51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94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F4D5922-434B-4829-B93E-02DC38A29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FBA24-5C01-4635-A984-1DB6E340B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C1B406-D643-4021-A6F0-2DD546697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1F6522-8579-43DA-854A-E28CBE13D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320D87-73DD-4D15-A224-C8D8EEC9A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78418DD-1013-4BBE-9E02-1D4D1233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4281D6D-7CDF-4C97-B54C-5FE6177B5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64A9F5-F5A7-4276-A229-C498B4A85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44C9B9-09AE-4D78-BBB5-972FB6088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77B8167-F09D-4F6C-98B1-C31706820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7"/>
            <a:ext cx="6341652" cy="2305002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Arial monospaced for SAP" panose="020B0609020202030204" pitchFamily="49" charset="0"/>
              </a:rPr>
              <a:t>Obrigado</a:t>
            </a:r>
            <a:r>
              <a:rPr lang="en-US" sz="4800" dirty="0">
                <a:solidFill>
                  <a:schemeClr val="bg1"/>
                </a:solidFill>
                <a:latin typeface="Arial monospaced for SAP" panose="020B0609020202030204" pitchFamily="49" charset="0"/>
              </a:rPr>
              <a:t>!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D2BC472-0671-410F-BA77-E46AA621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7734301" y="849622"/>
            <a:ext cx="304800" cy="429768"/>
            <a:chOff x="215328" y="-46937"/>
            <a:chExt cx="304800" cy="2773841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C68B2A3-267E-4DE4-8DD5-C0378482D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474CC6-D7FB-4A38-8991-680F048CF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825D0E-A1E4-4466-81B2-33325B3B3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BD1E16-C3EF-4A05-9C71-590A55BFC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819102A-0400-4C1F-8614-973F5262E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1A0CF5C-68C2-4432-BC2D-5A124C7B6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77278" y="4945279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E76A51-C6FF-4566-9670-D405D4DA7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069446D-7888-44DB-87EF-972BCEA0A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450BCE5-EB53-44C2-B9B9-771BAD516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2D4461-C687-4A45-933F-C4CCB4E24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F1485CA-41D2-421F-B28D-15EF845D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4ED96A1-E6CA-493F-8610-6B8B7A28E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C9231B8-0812-4FDE-9AC6-94984E20A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F59FE3-7AD8-46E8-9440-D26863994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EEEDF00-F676-4147-BAF0-64840E285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4D3F73A-55E6-4A58-872D-BE9E9C7C3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E87F21-20DF-4886-9816-05B37839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9360"/>
            <a:ext cx="640080" cy="548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55A511F-7348-4518-82EA-491B2E6EFED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6" descr="Logo Parceiro">
            <a:extLst>
              <a:ext uri="{FF2B5EF4-FFF2-40B4-BE49-F238E27FC236}">
                <a16:creationId xmlns:a16="http://schemas.microsoft.com/office/drawing/2014/main" id="{DC2B16D4-452D-3F38-E164-66C44B70F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363" y="333710"/>
            <a:ext cx="135324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8741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8D8D8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C00000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176a72-eb7d-4e86-9478-1ab7cf7a542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C39EB468A29D14B9AEEAD30C746D82C" ma:contentTypeVersion="15" ma:contentTypeDescription="Crie um novo documento." ma:contentTypeScope="" ma:versionID="399c817a2720919fe93e3f61ff56e5ef">
  <xsd:schema xmlns:xsd="http://www.w3.org/2001/XMLSchema" xmlns:xs="http://www.w3.org/2001/XMLSchema" xmlns:p="http://schemas.microsoft.com/office/2006/metadata/properties" xmlns:ns3="d0176a72-eb7d-4e86-9478-1ab7cf7a5428" xmlns:ns4="5c79302c-76ef-4636-85c1-4525c0121ebe" targetNamespace="http://schemas.microsoft.com/office/2006/metadata/properties" ma:root="true" ma:fieldsID="e0d586dbfc52db8a5fe71649e1e52061" ns3:_="" ns4:_="">
    <xsd:import namespace="d0176a72-eb7d-4e86-9478-1ab7cf7a5428"/>
    <xsd:import namespace="5c79302c-76ef-4636-85c1-4525c0121e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76a72-eb7d-4e86-9478-1ab7cf7a54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9302c-76ef-4636-85c1-4525c0121eb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1F160C-B1EF-4C1F-9255-7B93DAFDB6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EA2EC7-E150-4CB4-80EC-2819441269F5}">
  <ds:schemaRefs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5c79302c-76ef-4636-85c1-4525c0121ebe"/>
    <ds:schemaRef ds:uri="d0176a72-eb7d-4e86-9478-1ab7cf7a542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304080-B1D4-4D0D-B411-617764978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176a72-eb7d-4e86-9478-1ab7cf7a5428"/>
    <ds:schemaRef ds:uri="5c79302c-76ef-4636-85c1-4525c0121e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1294</TotalTime>
  <Words>50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 Light</vt:lpstr>
      <vt:lpstr>Calibri</vt:lpstr>
      <vt:lpstr>Arial monospaced for SAP</vt:lpstr>
      <vt:lpstr>Tema do Office</vt:lpstr>
      <vt:lpstr>FIAP  Differentiated Problem Solving    Aula Extra</vt:lpstr>
      <vt:lpstr>PowerPoint Presentation</vt:lpstr>
      <vt:lpstr>Referências bibliográficas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para Ciência de Dados e Inteligência Artificial</dc:title>
  <dc:creator>Jones Eduardo Egydio</dc:creator>
  <cp:lastModifiedBy>Jones Egydio</cp:lastModifiedBy>
  <cp:revision>166</cp:revision>
  <cp:lastPrinted>2022-12-06T16:48:55Z</cp:lastPrinted>
  <dcterms:created xsi:type="dcterms:W3CDTF">2022-11-17T11:08:07Z</dcterms:created>
  <dcterms:modified xsi:type="dcterms:W3CDTF">2024-03-25T02:46:11Z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0x010100AC39EB468A29D14B9AEEAD30C746D82C</vt:lpwstr>
  </property>
</Properties>
</file>